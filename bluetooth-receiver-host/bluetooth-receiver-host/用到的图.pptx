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48" y="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10D4E8-0DFB-FA8E-0A59-A66E833DD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AE9B1B6-0196-7DF6-CDEC-C4A4BD434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3912CBC-2CBC-C5B3-F8EB-05A0BF461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A4C843-42F9-9AD1-FA5D-B7D03D7BF3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0C93055-09A4-FE48-E339-38615A866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049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F52132-4CD3-07EF-030E-C04F207B0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903D6D-233C-229D-EC6A-CE0BA1C51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D9194D-3047-C3F5-7616-85AF191F4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152023-62DC-E64E-5EA3-D99860D6DC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070A630-29D7-F6E4-0291-3C6A9E7EE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5031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B224DF-5F1A-707C-86E0-5BCA596507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3AFB6FF-07B9-2356-D86A-BCAE757F85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D9E928A-82B7-3F62-2273-865B87124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1A4C9E1-7CC7-34EF-FD58-B365A0395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CF5150E-0F68-A8CE-AAAD-961D43BBC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94401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90F633-B574-25E5-EF66-C5976A3CD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102B31-7912-3224-98F5-5C91499D95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E3DA3B0-FA0D-A1B5-C4EF-57062B77C6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F3A6EE-4BF6-AA43-447C-D9EC37B24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DB595DA-2376-3115-5771-C5DE4B7F79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3FCCE24-8427-F924-15F0-615461E6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73421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C0AA1-8850-AE67-B62F-55BF4A1CF5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66D208-D6E2-9FCA-9180-F13C5A7BC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9A1FB16-5345-4148-3B6F-CE9B10C663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FD81F96-2DC2-AB7B-4A2A-CDE4431824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F0E28DE-6C6A-1B2E-F576-427D23E9A0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33C799D-D46F-7081-17FE-2D761E108D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3B14729-2735-BE0F-B417-8D97E6C1D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6A3A7D4-F10F-37D6-7432-0CCC7DE8C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014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7A2E45-A172-0666-FC5A-69FD45A9E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F4142CF-0F71-5DB1-2918-470C660A3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87ED19E-8D44-5358-0671-6BB7FB9DA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77C9738-3EC0-5A2E-1472-5BC9FB5DE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376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CAFEF5AF-B77E-3048-FE44-FD729D1C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773793-2294-DC10-CB86-1A92BE6C4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FC152C4-5A16-504F-DEAE-A1F3BA381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7227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37A665-56FC-EDAE-7687-23E1B83C6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A892AA0-29C0-A33C-A17B-A9D35DAB54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0FF2A2-DA20-0FD7-EB62-DCE86483F7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E77288-F052-7EE7-2CCE-3CAC54A20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0CC97BE-6727-B8F2-3767-BDF000EA2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CF3F74-E14E-0594-7C01-AAD380F0B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3062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B646D1-FC81-608D-F31C-10A9AC8985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05C91E2-35A1-2FAC-DA9C-92AB18F4F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3B7D88-DC5F-D264-AE2A-383CF37F3D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D912D2-FBBD-A29D-3AEE-7453E94563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FC00868-DB1E-2046-A81C-08BF44449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F76FC64-7CBF-6CD6-B49E-E918C7B66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934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4543F5-99D2-7C91-9C79-B9A56978C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6C65539-64AE-D9D5-85C4-8C00D9428B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56A484-4CEB-3F11-1235-0FB0F7DCD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2FBD53-DCF0-69D7-9D1E-AD0EECFB1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9F560A-53AB-32A9-8E80-91111F5AA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86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073FE5E-A9DF-8155-17D9-ABF3016622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D08F870-170A-9A85-F0B7-7A833CEF70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79159A-985D-2FE2-47FD-51431BC50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8558F7B-26B5-F712-033B-91E71E9427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8B36D2-B394-5103-F6DE-71201B2F7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8789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B0EAE32-0561-9B45-31BF-9759CFA8B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47EF364-3541-6F8B-0AD0-56130BDB85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A14AA2E-2B62-7E29-7770-F884481525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EE7158-947A-4746-92A5-9549CE3E766B}" type="datetimeFigureOut">
              <a:rPr lang="zh-CN" altLang="en-US" smtClean="0"/>
              <a:t>2025/12/30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FF29CE-5338-ACC8-65C1-8BF5F48519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809763-36AE-36AE-F12E-F7C45E6C85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489860-6079-4095-B466-A71A3ED5A8B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3328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 descr="图标&#10;&#10;AI 生成的内容可能不正确。">
            <a:extLst>
              <a:ext uri="{FF2B5EF4-FFF2-40B4-BE49-F238E27FC236}">
                <a16:creationId xmlns:a16="http://schemas.microsoft.com/office/drawing/2014/main" id="{F934A92B-431A-2C65-DC64-35837EEA14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4100" y="635000"/>
            <a:ext cx="4610100" cy="4610100"/>
          </a:xfrm>
          <a:prstGeom prst="rect">
            <a:avLst/>
          </a:prstGeom>
        </p:spPr>
      </p:pic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CB48336-679E-9264-4829-FE90CE8BD9E2}"/>
              </a:ext>
            </a:extLst>
          </p:cNvPr>
          <p:cNvSpPr/>
          <p:nvPr/>
        </p:nvSpPr>
        <p:spPr>
          <a:xfrm>
            <a:off x="4505325" y="2405061"/>
            <a:ext cx="2333625" cy="1657351"/>
          </a:xfrm>
          <a:prstGeom prst="roundRect">
            <a:avLst>
              <a:gd name="adj" fmla="val 13793"/>
            </a:avLst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732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形状&#10;&#10;AI 生成的内容可能不正确。">
            <a:extLst>
              <a:ext uri="{FF2B5EF4-FFF2-40B4-BE49-F238E27FC236}">
                <a16:creationId xmlns:a16="http://schemas.microsoft.com/office/drawing/2014/main" id="{2D51DD6B-58BB-51A2-A517-A54A5A0E0B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414" y="418414"/>
            <a:ext cx="6021172" cy="602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61021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</TotalTime>
  <Words>0</Words>
  <Application>Microsoft Office PowerPoint</Application>
  <PresentationFormat>宽屏</PresentationFormat>
  <Paragraphs>0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likun gong</dc:creator>
  <cp:lastModifiedBy>likun gong</cp:lastModifiedBy>
  <cp:revision>9</cp:revision>
  <dcterms:created xsi:type="dcterms:W3CDTF">2023-06-24T18:30:56Z</dcterms:created>
  <dcterms:modified xsi:type="dcterms:W3CDTF">2025-12-30T15:33:43Z</dcterms:modified>
</cp:coreProperties>
</file>